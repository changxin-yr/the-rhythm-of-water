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0132130b54662" /><Relationship Type="http://schemas.openxmlformats.org/officeDocument/2006/relationships/extended-properties" Target="/docProps/app.xml" Id="R22411fbacd594742" /><Relationship Type="http://schemas.openxmlformats.org/officeDocument/2006/relationships/officeDocument" Target="/ppt/presentation.xml" Id="R885e898d658d4a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5db3446a34608"/>
  </p:sldMasterIdLst>
  <p:notesMasterIdLst>
    <p:notesMasterId xmlns:r="http://schemas.openxmlformats.org/officeDocument/2006/relationships" r:id="R68f73e1d60174b7b"/>
  </p:notesMasterIdLst>
  <p:sldIdLst>
    <p:sldId xmlns:r="http://schemas.openxmlformats.org/officeDocument/2006/relationships" id="256" r:id="R58c1837b92664361"/>
    <p:sldId xmlns:r="http://schemas.openxmlformats.org/officeDocument/2006/relationships" id="257" r:id="R0e1ab7a67ff54b1e"/>
    <p:sldId xmlns:r="http://schemas.openxmlformats.org/officeDocument/2006/relationships" id="258" r:id="R355e11b7ac0b483d"/>
    <p:sldId xmlns:r="http://schemas.openxmlformats.org/officeDocument/2006/relationships" id="259" r:id="R4af388aac8894bd6"/>
    <p:sldId xmlns:r="http://schemas.openxmlformats.org/officeDocument/2006/relationships" id="260" r:id="R43415721c6334071"/>
    <p:sldId xmlns:r="http://schemas.openxmlformats.org/officeDocument/2006/relationships" id="261" r:id="R4d40ac3481954a3f"/>
    <p:sldId xmlns:r="http://schemas.openxmlformats.org/officeDocument/2006/relationships" id="262" r:id="R4b6e7f9b29644c79"/>
    <p:sldId xmlns:r="http://schemas.openxmlformats.org/officeDocument/2006/relationships" id="263" r:id="Rd7f484093f2b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85f81b24f4fb1" /><Relationship Type="http://schemas.openxmlformats.org/officeDocument/2006/relationships/slideMaster" Target="/ppt/slideMasters/slideMaster1.xml" Id="R8b05db3446a34608" /><Relationship Type="http://schemas.openxmlformats.org/officeDocument/2006/relationships/notesMaster" Target="/ppt/notesMasters/notesMaster1.xml" Id="R68f73e1d60174b7b" /><Relationship Type="http://schemas.openxmlformats.org/officeDocument/2006/relationships/presProps" Target="/ppt/presProps.xml" Id="Rfa395de009674b75" /><Relationship Type="http://schemas.openxmlformats.org/officeDocument/2006/relationships/viewProps" Target="/ppt/viewProps.xml" Id="Re48446c663194d37" /><Relationship Type="http://schemas.openxmlformats.org/officeDocument/2006/relationships/tableStyles" Target="/ppt/tableStyles.xml" Id="Rd6447c4182634c3b" /><Relationship Type="http://schemas.openxmlformats.org/officeDocument/2006/relationships/slide" Target="/ppt/slides/slide1.xml" Id="R58c1837b92664361" /><Relationship Type="http://schemas.openxmlformats.org/officeDocument/2006/relationships/slide" Target="/ppt/slides/slide2.xml" Id="R0e1ab7a67ff54b1e" /><Relationship Type="http://schemas.openxmlformats.org/officeDocument/2006/relationships/slide" Target="/ppt/slides/slide3.xml" Id="R355e11b7ac0b483d" /><Relationship Type="http://schemas.openxmlformats.org/officeDocument/2006/relationships/slide" Target="/ppt/slides/slide4.xml" Id="R4af388aac8894bd6" /><Relationship Type="http://schemas.openxmlformats.org/officeDocument/2006/relationships/slide" Target="/ppt/slides/slide5.xml" Id="R43415721c6334071" /><Relationship Type="http://schemas.openxmlformats.org/officeDocument/2006/relationships/slide" Target="/ppt/slides/slide6.xml" Id="R4d40ac3481954a3f" /><Relationship Type="http://schemas.openxmlformats.org/officeDocument/2006/relationships/slide" Target="/ppt/slides/slide7.xml" Id="R4b6e7f9b29644c79" /><Relationship Type="http://schemas.openxmlformats.org/officeDocument/2006/relationships/slide" Target="/ppt/slides/slide8.xml" Id="Rd7f484093f2b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d3f6d919b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188d444b4d4d3d" /><Relationship Type="http://schemas.openxmlformats.org/officeDocument/2006/relationships/notesMaster" Target="/ppt/notesMasters/notesMaster1.xml" Id="R396f71bec906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49caf9bae47ae" /><Relationship Type="http://schemas.openxmlformats.org/officeDocument/2006/relationships/notesMaster" Target="/ppt/notesMasters/notesMaster1.xml" Id="Rf4d6c0f9cb8f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39aca48a434df2" /><Relationship Type="http://schemas.openxmlformats.org/officeDocument/2006/relationships/notesMaster" Target="/ppt/notesMasters/notesMaster1.xml" Id="R8629d028d90c49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5058d3b514138" /><Relationship Type="http://schemas.openxmlformats.org/officeDocument/2006/relationships/notesMaster" Target="/ppt/notesMasters/notesMaster1.xml" Id="Rec7ed70fb885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25bbd7791d4a5e" /><Relationship Type="http://schemas.openxmlformats.org/officeDocument/2006/relationships/notesMaster" Target="/ppt/notesMasters/notesMaster1.xml" Id="R207aab3f261d4d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54cdef415a4903" /><Relationship Type="http://schemas.openxmlformats.org/officeDocument/2006/relationships/notesMaster" Target="/ppt/notesMasters/notesMaster1.xml" Id="Rde418bdce73149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c96f34fd24104" /><Relationship Type="http://schemas.openxmlformats.org/officeDocument/2006/relationships/notesMaster" Target="/ppt/notesMasters/notesMaster1.xml" Id="Re681f464d640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605e2302f04136" /><Relationship Type="http://schemas.openxmlformats.org/officeDocument/2006/relationships/notesMaster" Target="/ppt/notesMasters/notesMaster1.xml" Id="R1b6136ce0e57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6f1c66f8a4e0f" /><Relationship Type="http://schemas.openxmlformats.org/officeDocument/2006/relationships/image" Target="/ppt/media/image.png" Id="R895586d3f2ef4b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fc4e4c3824ebe" /><Relationship Type="http://schemas.openxmlformats.org/officeDocument/2006/relationships/image" Target="/ppt/media/image2.png" Id="Rfc9c761205d74fe1" /><Relationship Type="http://schemas.openxmlformats.org/officeDocument/2006/relationships/image" Target="/ppt/media/image3.png" Id="R1eebe9240ec04cf4" /><Relationship Type="http://schemas.openxmlformats.org/officeDocument/2006/relationships/image" Target="/ppt/media/image4.png" Id="Rda0f31d046574e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39c0d6ac149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5619d24214e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f73f04de94dba" /><Relationship Type="http://schemas.openxmlformats.org/officeDocument/2006/relationships/image" Target="/ppt/media/image5.png" Id="R1011df41927748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c8a01e654474a" /><Relationship Type="http://schemas.openxmlformats.org/officeDocument/2006/relationships/image" Target="/ppt/media/image6.png" Id="R584e594756ed4546" /><Relationship Type="http://schemas.openxmlformats.org/officeDocument/2006/relationships/image" Target="/ppt/media/image5.png" Id="Rf9f5f5b2b6dd4e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52e58dcb94d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f5e7c55bd4a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b73b779e946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8de70c85e46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d0a92e6fb477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09121b64e4b5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9a82e8ec24ff2" 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C346D4A-2CDD-4844-8BCB-9A658328F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586d3f2ef4b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30C0929-2176-407E-B56E-CEF3C65F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6D825F78-96E6-4314-BD04-BEF92AB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9c761205d74fe1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202D768-88A5-4E41-BFD6-CA20F83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3D36CB51-A238-4F12-9E1B-262F251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be9240ec04cf4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f31d04657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2CE927-EB7D-4CCD-AE77-031E5CA0E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96E502-17E0-412D-9774-A2A57F45FC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985ED14-8098-4DF7-A9A8-88836F48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7E899500-259B-4207-B509-24F83E2D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0A9B74-86D6-4554-B145-99E80EA39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E1B9228-3859-4D1D-AAD1-01276A07C77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1df419277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15292CC8-86B5-424A-BE5C-09A5E08F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3938AE6-635F-46A2-9D0D-22C71C6163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4e594756ed4546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A24B999-8BCB-4D02-AB6D-06FA5A1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26B17F5A-2E30-4AF7-9C68-1C575B9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5f5b2b6dd4e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103D4F0-AB1A-4367-AE83-3A36E86E6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BBA8D37-2054-4901-825A-730282AC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A903AFD1-F31D-4CA7-9AD7-E982A72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68621178-6874-4467-953B-027116E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923F8C6-7C61-4D0F-A53C-44D501A3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C45FF4E-ABD7-43CE-838E-8607B411FA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E8350A8-6EF3-4DE6-89B1-746B6F8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90968611-E483-4169-882E-8741B0EA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4251939-D90F-4D6D-B4ED-1E58C3C5C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B4A5FC7-6CBC-4524-8158-E0C77FD3C2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58EF7A-562C-417C-B737-928F2955FE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3914448-5D14-4EFC-A625-6717AFF40D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730251f334843" /><Relationship Type="http://schemas.openxmlformats.org/officeDocument/2006/relationships/slideLayout" Target="/ppt/slideLayouts/slideLayout1.xml" Id="Rcc71a2951959406e" /><Relationship Type="http://schemas.openxmlformats.org/officeDocument/2006/relationships/slideLayout" Target="/ppt/slideLayouts/slideLayout2.xml" Id="Rcf52e0554f294fde" /><Relationship Type="http://schemas.openxmlformats.org/officeDocument/2006/relationships/slideLayout" Target="/ppt/slideLayouts/slideLayout3.xml" Id="R5dc8cc23902348a2" /><Relationship Type="http://schemas.openxmlformats.org/officeDocument/2006/relationships/slideLayout" Target="/ppt/slideLayouts/slideLayout4.xml" Id="R7fc362fba0ec48bb" /><Relationship Type="http://schemas.openxmlformats.org/officeDocument/2006/relationships/slideLayout" Target="/ppt/slideLayouts/slideLayout5.xml" Id="R73aa5e70d2d84596" /><Relationship Type="http://schemas.openxmlformats.org/officeDocument/2006/relationships/slideLayout" Target="/ppt/slideLayouts/slideLayout6.xml" Id="R96e1f6ce3dd74d19" /><Relationship Type="http://schemas.openxmlformats.org/officeDocument/2006/relationships/slideLayout" Target="/ppt/slideLayouts/slideLayout7.xml" Id="R683d11a5cb0b4cfe" /><Relationship Type="http://schemas.openxmlformats.org/officeDocument/2006/relationships/slideLayout" Target="/ppt/slideLayouts/slideLayout8.xml" Id="R236ddba0602c4b6a" /><Relationship Type="http://schemas.openxmlformats.org/officeDocument/2006/relationships/slideLayout" Target="/ppt/slideLayouts/slideLayout9.xml" Id="R8d4d8e8145134e30" /><Relationship Type="http://schemas.openxmlformats.org/officeDocument/2006/relationships/slideLayout" Target="/ppt/slideLayouts/slideLayout10.xml" Id="R06e495fbfffd429a" /><Relationship Type="http://schemas.openxmlformats.org/officeDocument/2006/relationships/slideLayout" Target="/ppt/slideLayouts/slideLayout11.xml" Id="R284e6c17dba646d9" /><Relationship Type="http://schemas.openxmlformats.org/officeDocument/2006/relationships/slideLayout" Target="/ppt/slideLayouts/slideLayout12.xml" Id="R4e0bf2194a4c4fb0" /><Relationship Type="http://schemas.openxmlformats.org/officeDocument/2006/relationships/slideLayout" Target="/ppt/slideLayouts/slideLayout13.xml" Id="R212155c82e43454f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2E6F34-8A19-48EE-BC86-22A4D91AE5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71a2951959406e"/>
    <p:sldLayoutId xmlns:r="http://schemas.openxmlformats.org/officeDocument/2006/relationships" id="2147483650" r:id="Rcf52e0554f294fde"/>
    <p:sldLayoutId xmlns:r="http://schemas.openxmlformats.org/officeDocument/2006/relationships" id="2147483651" r:id="R5dc8cc23902348a2"/>
    <p:sldLayoutId xmlns:r="http://schemas.openxmlformats.org/officeDocument/2006/relationships" id="2147483652" r:id="R7fc362fba0ec48bb"/>
    <p:sldLayoutId xmlns:r="http://schemas.openxmlformats.org/officeDocument/2006/relationships" id="2147483653" r:id="R73aa5e70d2d84596"/>
    <p:sldLayoutId xmlns:r="http://schemas.openxmlformats.org/officeDocument/2006/relationships" id="2147483654" r:id="R96e1f6ce3dd74d19"/>
    <p:sldLayoutId xmlns:r="http://schemas.openxmlformats.org/officeDocument/2006/relationships" id="2147483655" r:id="R683d11a5cb0b4cfe"/>
    <p:sldLayoutId xmlns:r="http://schemas.openxmlformats.org/officeDocument/2006/relationships" id="2147483656" r:id="R236ddba0602c4b6a"/>
    <p:sldLayoutId xmlns:r="http://schemas.openxmlformats.org/officeDocument/2006/relationships" id="2147483657" r:id="R8d4d8e8145134e30"/>
    <p:sldLayoutId xmlns:r="http://schemas.openxmlformats.org/officeDocument/2006/relationships" id="2147483658" r:id="R06e495fbfffd429a"/>
    <p:sldLayoutId xmlns:r="http://schemas.openxmlformats.org/officeDocument/2006/relationships" id="2147483659" r:id="R284e6c17dba646d9"/>
    <p:sldLayoutId xmlns:r="http://schemas.openxmlformats.org/officeDocument/2006/relationships" id="2147483660" r:id="R4e0bf2194a4c4fb0"/>
    <p:sldLayoutId xmlns:r="http://schemas.openxmlformats.org/officeDocument/2006/relationships" id="2147483661" r:id="R212155c82e43454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a960e185b480d" /><Relationship Type="http://schemas.openxmlformats.org/officeDocument/2006/relationships/notesSlide" Target="/ppt/notesSlides/notesSlide1.xml" Id="Re3a3f9ab36df4f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1c4f9635df4dba" /><Relationship Type="http://schemas.openxmlformats.org/officeDocument/2006/relationships/notesSlide" Target="/ppt/notesSlides/notesSlide2.xml" Id="Raab77f53561a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453704ec48647b6" /><Relationship Type="http://schemas.openxmlformats.org/officeDocument/2006/relationships/notesSlide" Target="/ppt/notesSlides/notesSlide3.xml" Id="R484630e00b4a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b7b6ee04754503" /><Relationship Type="http://schemas.openxmlformats.org/officeDocument/2006/relationships/image" Target="/ppt/media/image7.png" Id="R992d2ee8c5734389" /><Relationship Type="http://schemas.openxmlformats.org/officeDocument/2006/relationships/image" Target="/ppt/media/image8.png" Id="R5cf5016cec1c4049" /><Relationship Type="http://schemas.openxmlformats.org/officeDocument/2006/relationships/notesSlide" Target="/ppt/notesSlides/notesSlide4.xml" Id="R7f492323499e42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01a8f8b49b4b2c" /><Relationship Type="http://schemas.openxmlformats.org/officeDocument/2006/relationships/notesSlide" Target="/ppt/notesSlides/notesSlide5.xml" Id="Rd9da3c3ddce6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d39932d6fc4ec6" /><Relationship Type="http://schemas.openxmlformats.org/officeDocument/2006/relationships/notesSlide" Target="/ppt/notesSlides/notesSlide6.xml" Id="R1136a33cbdb3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9d3c3a163f4a5d" /><Relationship Type="http://schemas.openxmlformats.org/officeDocument/2006/relationships/notesSlide" Target="/ppt/notesSlides/notesSlide7.xml" Id="R569c4bbb1a314a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a96df5c9cdf43f3" /><Relationship Type="http://schemas.openxmlformats.org/officeDocument/2006/relationships/notesSlide" Target="/ppt/notesSlides/notesSlide8.xml" Id="R02c7b5afc82b41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A648DE8-3A6F-4A3D-A5BF-452B97B2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1CCB069-AA28-4D7D-BC6B-FED61DF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E631185-69A4-469B-987F-DB94C42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元气有数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1340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A8780C2E-1F46-41AF-9236-76075EAC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6F68D207-8418-4DC6-91AB-FE117612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725FCEBE-E497-49B9-B000-4F9CB8F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0264665A-4A86-4E39-9A72-441E9C0E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704C0D0-A8CB-4E35-A8F5-8BDC69B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5187A17-4200-4C78-88D1-E2F55FAD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301C5C9D-CCF2-487D-954D-AB5503B984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9BA067EF-27A1-463C-9297-BD3DB31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F14BAA81-9A0F-4A74-969F-9D38E0BD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76107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89975A2-0650-43BD-8EE7-B8B4495CB7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F378617-7493-4B05-A55F-4063D3DDD1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EDB455B2-110A-4185-BB05-912AFFEC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1" y="2450720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3F5C55E-853C-4C49-8D1E-39D0A4C5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170F5DB-8431-45F2-8C42-3CFC7F7C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E24B8F3-638D-4F38-942D-ACE080D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9895"/>
            <a:ext cx="10607040" cy="1291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久坐和忙碌让很多人难以稳定饮水，固定 2000ml 目标也无法适配不同个体。我们将个性化饮水目标、多饮品水合系数、快捷记录、植物养成和数据统计整合到一款本地应用中，让补水进度更直观，也让坚持有持续反馈。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64F889A-CFD8-4DF6-ABB9-8560ADC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科学算目标、喝水养植物的饮水管理应用，让每日补水看得见、有动力。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ADBFFCE9-C310-40F0-B37D-3D4C5BCF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" y="1421130"/>
            <a:ext cx="9285605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57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ED6AA11-BDEC-4515-A787-9B15015E3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38977D8-15E9-4DD6-A21D-5F4DB79E833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1C7AECB-B01C-4A38-BF8E-97946BB7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E1BF0EB-51AA-410E-8DF6-F9D6352C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个性化目标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按体重、性别、年龄、运动量、气候和状态计算推荐量。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多饮品有效摄入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白水、茶、咖啡、牛奶、果汁等按水合系数记录。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快捷记录与水波纹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预设杯量一键记录，自定义输入；水波纹实时显示进度。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植物与成就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饮水浇灌植物，连续打卡与徽章拆分长期目标。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5. 统计与记账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周/月/年饮水趋势，整合收支、预算与图表。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d2ee8c5734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4195" y="931545"/>
            <a:ext cx="2152015" cy="4243070"/>
          </a:xfrm>
          <a:prstGeom xmlns:a="http://schemas.openxmlformats.org/drawingml/2006/main" prst="rect">
            <a:avLst/>
          </a:prstGeom>
        </p:spPr>
      </p:pic>
      <p:pic>
        <p:nvPicPr>
          <p:cNvPr id="3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5016cec1c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82765" y="931545"/>
            <a:ext cx="2396490" cy="4243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27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DEE73A7-444A-4DE1-922E-00D398AC76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2C493A-FA3C-4B4B-AE04-C112063C0FA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7D09D8A-3EC7-4B5B-8CEB-6F48A2D0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51E4200-3EAA-4DD1-9529-A766B9A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BAC8DFF-F738-4209-A38F-EF393742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水合系数模型：将饮品差异纳入有效摄入，目标和统计更贴近用户真实习惯。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养成式反馈：饮水与植物成长、连续打卡、成就等级关联，增加持续记录的动力。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健康与生活合一：饮水管理与轻量记账共用一个本地入口，减少日常工具切换。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B3D9780-7CCC-4469-B837-B4DED7A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原生开发：ArkTS/ArkUI + Stage 模型，HarmonyOS API 22 基线。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桌面卡片：Form Kit 提供 2×2/2×4 卡片，支持快捷记录与进度查看。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系统体验：Canvas 水波纹动画、振动反馈、深色模式与多设备响应式布局共同构成完整体验。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387079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B4B40DA0-2176-4647-B4F3-C94488EB94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51BE693-AD73-4562-866C-42F152C1BD02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ECEF0515-4A78-449E-9158-B3BD219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C55CF42-BCC1-4E61-8B67-AD2FA15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用户范围：办公久坐人群、学生、健身爱好者、关注健康管理的年轻用户和需要轻量记账的人群。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86A6DA6-AC76-46D2-A196-9D95190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用户反馈：个性化目标比固定饮水量更容易理解；植物成长、快捷记录和统计让每日使用形成正反馈。</a:t>
            </a:r>
            <a:endParaRPr sz="1400" b="0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AB537A3-D853-49CC-B771-FB6F221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商业潜力：可拓展植物主题、饮水计划、高级统计和健康服务联动等增值内容。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399262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0C071F85-6040-4B38-B0CF-31A3FA156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13D1DE-7536-4E5B-8736-34B1A8CABD5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ADE0D35-45E6-499D-B665-D3B6A9FD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3BA37DDE-997E-4F95-922F-BF9C56D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" y="1605915"/>
            <a:ext cx="10048875" cy="3765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2395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94B4A11-DFD7-4C1D-9C1D-439AF32D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B415BE4A-C187-4309-844E-505984EF1E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961137780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2026-08-20T10:56:58.9170000Z</dcterms:created>
  <dcterms:modified xsi:type="dcterms:W3CDTF">2026-08-20T10:56:58.9170000Z</dcterms:modified>
</coreProperties>
</file>